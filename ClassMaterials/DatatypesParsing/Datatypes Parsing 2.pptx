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8A26B-6C35-5B69-120F-CABECF2E1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E6D68-BB7C-4EA4-0C50-7606954E9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9B70B-EE10-4BF8-44ED-8615F4604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C21BA-FB1D-449D-A7DF-C1EC1273D03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5ABE9-7F56-659B-C026-5B7F3280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134AB-E19B-D57A-4AC0-37AA6EE35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18E9-66FF-49D6-BC5C-9CD94AD70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1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BA28-CB9F-4D51-D8DB-22ED10717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1DBF-86C1-29E8-2BAA-D9E907129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43353-4E4A-AD92-1ADB-CCC4BD884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C21BA-FB1D-449D-A7DF-C1EC1273D03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3E28-FE3D-DB71-1AF9-FF34B059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76259-1002-A6EC-F8A6-AA58DD77F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18E9-66FF-49D6-BC5C-9CD94AD70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51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B94B2-1F26-B8C9-6EAF-1D950B59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B0028-64E0-AB39-6A00-EE15A447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7E88A-4FB7-E773-5331-19345664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C21BA-FB1D-449D-A7DF-C1EC1273D03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E1C6B-0368-7980-ABE6-5E71F7892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75DA8-9A35-54F0-A1A7-58DC51C63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18E9-66FF-49D6-BC5C-9CD94AD70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339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34AE-18AD-A954-FAC4-870033F8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65DA8-FA6F-6CFC-5DE5-00D3D0215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4559B-FE35-4F1C-459D-41AA4141D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7DB8D-413C-717D-45A9-71A398AD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C21BA-FB1D-449D-A7DF-C1EC1273D03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DB29-58B0-9CCE-D613-300B928C5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BABF7-A8FA-E0EC-1394-5881A77B2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18E9-66FF-49D6-BC5C-9CD94AD70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8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DCF1-1CE8-1DEF-6F7B-291B5AEB3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AFBE6-69E9-4D4A-90E7-70BA0961D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C308B-7668-2E07-D55A-E3B4D420F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ECB9CA-637D-7B40-2E37-25AEAB8DF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5E56D-A821-13D0-CF2B-E75F68CF7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9D8BFC-2437-ED2A-A3F0-3D2CA5C59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C21BA-FB1D-449D-A7DF-C1EC1273D03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2B8CED-E59C-59C3-D3D3-BF6B1B3E4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04B58B-9BE6-CCED-3019-FEA010F7A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18E9-66FF-49D6-BC5C-9CD94AD70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1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96E7D-1D04-9F80-AEB3-0813E18CC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73B7D0-3576-EC16-10AC-0071A001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C21BA-FB1D-449D-A7DF-C1EC1273D03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E4F29-B5D9-C17D-EA30-3DD68C56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79E4E-72A4-743C-AB0E-E9EEE7A29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18E9-66FF-49D6-BC5C-9CD94AD70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35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C1BA8C-E7B3-C7DE-BF30-96995A68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C21BA-FB1D-449D-A7DF-C1EC1273D03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A8748-9510-F1D5-DFDC-67B039D12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CF027-93B4-A099-341D-3659BB89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18E9-66FF-49D6-BC5C-9CD94AD70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9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ADDF-7A96-6A15-57C8-BFB0F47C4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67832-0F1C-9B14-7BF9-B5C833259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2420B-EB32-1EDF-3E38-E5664C6E8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D8E2E-5647-7724-D926-F744A98E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C21BA-FB1D-449D-A7DF-C1EC1273D03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B203A-2FE3-AD95-8B82-702733E9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1ACF7-201F-4E06-A13E-8F3F08213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18E9-66FF-49D6-BC5C-9CD94AD70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39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EBA02-FF7E-F488-4A4D-9A90FCF3C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7B6BFA-147E-9433-F030-CE472F67A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18DB6-82D3-5871-3FF8-FCCA43254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80BA4-946C-1D76-353B-B875DA088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C21BA-FB1D-449D-A7DF-C1EC1273D03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8911E-79E8-6D67-5C03-81250AE2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3D98C-CFB5-6F26-AB58-F94B62F9D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18E9-66FF-49D6-BC5C-9CD94AD70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42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D70F-B253-2871-3294-ACD45828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EC56E-2FD6-8A24-D6D6-E0F3990B3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2800B-DE8E-E56F-FC03-E6E47BA67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C21BA-FB1D-449D-A7DF-C1EC1273D03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44130-2C84-4BD2-622E-834D5D8EE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80C98-C468-E921-0AF9-BF80CDF5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18E9-66FF-49D6-BC5C-9CD94AD70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3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05C490-FFD4-A071-2100-61EEB89BF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CBBB1-5847-E4F5-B98A-35DF9E30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8DDEF-709B-C34D-13A4-3896F864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C21BA-FB1D-449D-A7DF-C1EC1273D03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1A40C-D118-1741-C13C-21E4D3299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80313-2FE3-2576-5E28-4B465E4F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18E9-66FF-49D6-BC5C-9CD94AD70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7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00DF51-711C-729F-88C2-5823740A3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050D5-EDB0-B97D-4EA5-029A378CE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3401B-B033-287A-7A2F-CBC489D0FD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C21BA-FB1D-449D-A7DF-C1EC1273D03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9428D-C265-9DCC-6C04-98E44E7930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90421-4702-5068-0BD9-1A11E8B45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918E9-66FF-49D6-BC5C-9CD94AD70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7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nt">
            <a:extLst>
              <a:ext uri="{FF2B5EF4-FFF2-40B4-BE49-F238E27FC236}">
                <a16:creationId xmlns:a16="http://schemas.microsoft.com/office/drawing/2014/main" id="{18EEE165-BC21-B37E-CF1E-0E1E2D138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92321" y="1"/>
            <a:ext cx="4299679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3A48C6C-3CC4-4EE5-A773-EC1EB7F5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368300" dist="139700" sx="97000" sy="970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B5C9C4-5A24-0194-CB15-6AFFE0A67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777240"/>
            <a:ext cx="4036300" cy="2964610"/>
          </a:xfrm>
        </p:spPr>
        <p:txBody>
          <a:bodyPr anchor="t">
            <a:normAutofit/>
          </a:bodyPr>
          <a:lstStyle/>
          <a:p>
            <a:pPr algn="l"/>
            <a:r>
              <a:rPr lang="en-US" sz="4800"/>
              <a:t>Datatypes Parsing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1957F8-A5DE-3057-E627-63D0A7415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952" y="4182341"/>
            <a:ext cx="4036301" cy="1982670"/>
          </a:xfrm>
        </p:spPr>
        <p:txBody>
          <a:bodyPr anchor="b">
            <a:normAutofit/>
          </a:bodyPr>
          <a:lstStyle/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9057A1-D7ED-0B6B-7166-C28D07932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845" y="899563"/>
            <a:ext cx="5058872" cy="50588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191BE7-370D-06B2-F247-0610DD1ED04E}"/>
              </a:ext>
            </a:extLst>
          </p:cNvPr>
          <p:cNvSpPr txBox="1"/>
          <p:nvPr/>
        </p:nvSpPr>
        <p:spPr>
          <a:xfrm>
            <a:off x="5333672" y="6038885"/>
            <a:ext cx="2558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abstract syntax tree?</a:t>
            </a:r>
          </a:p>
        </p:txBody>
      </p:sp>
    </p:spTree>
    <p:extLst>
      <p:ext uri="{BB962C8B-B14F-4D97-AF65-F5344CB8AC3E}">
        <p14:creationId xmlns:p14="http://schemas.microsoft.com/office/powerpoint/2010/main" val="1927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86F0C-68AA-5834-6762-9976CFB8D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try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7E010-18BF-61B9-E59F-F5105A6DF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 err="1"/>
              <a:t>DatatypesParsing</a:t>
            </a:r>
            <a:r>
              <a:rPr lang="en-US" dirty="0"/>
              <a:t>/</a:t>
            </a:r>
            <a:r>
              <a:rPr lang="en-US" dirty="0" err="1"/>
              <a:t>example.rkt</a:t>
            </a:r>
            <a:r>
              <a:rPr lang="en-US" dirty="0"/>
              <a:t> and see the little </a:t>
            </a:r>
            <a:r>
              <a:rPr lang="en-US" dirty="0" err="1"/>
              <a:t>bintree</a:t>
            </a:r>
            <a:r>
              <a:rPr lang="en-US" dirty="0"/>
              <a:t> type</a:t>
            </a:r>
          </a:p>
          <a:p>
            <a:r>
              <a:rPr lang="en-US" dirty="0"/>
              <a:t>Use that to write a procedure </a:t>
            </a:r>
            <a:r>
              <a:rPr lang="en-US" dirty="0" err="1"/>
              <a:t>bintree</a:t>
            </a:r>
            <a:r>
              <a:rPr lang="en-US" dirty="0"/>
              <a:t>-eval that take a </a:t>
            </a:r>
            <a:r>
              <a:rPr lang="en-US" dirty="0" err="1"/>
              <a:t>bintree</a:t>
            </a:r>
            <a:r>
              <a:rPr lang="en-US" dirty="0"/>
              <a:t> with + * nodes and calculates the </a:t>
            </a:r>
            <a:r>
              <a:rPr lang="en-US" dirty="0" err="1"/>
              <a:t>bintree’s</a:t>
            </a:r>
            <a:r>
              <a:rPr lang="en-US"/>
              <a:t>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548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6A16-624E-4599-9F36-A8B4B9BEA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37141-36D3-5746-E648-F949B66A6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Procedures using union types are much nicer to write</a:t>
            </a:r>
          </a:p>
          <a:p>
            <a:r>
              <a:rPr lang="en-US" dirty="0"/>
              <a:t>But data doesn’t usually arrive in this </a:t>
            </a:r>
            <a:r>
              <a:rPr lang="en-US" dirty="0" err="1"/>
              <a:t>typechecked</a:t>
            </a:r>
            <a:r>
              <a:rPr lang="en-US" dirty="0"/>
              <a:t>, well-structured form</a:t>
            </a:r>
          </a:p>
          <a:p>
            <a:r>
              <a:rPr lang="en-US" dirty="0"/>
              <a:t>We need to write a parser</a:t>
            </a:r>
          </a:p>
          <a:p>
            <a:pPr lvl="1"/>
            <a:r>
              <a:rPr lang="en-US" dirty="0"/>
              <a:t>Translates from “raw” form into “conceptual” form that is called the Abstract Syntax Tree (AST)</a:t>
            </a:r>
          </a:p>
          <a:p>
            <a:r>
              <a:rPr lang="en-US" dirty="0"/>
              <a:t>Lets write one for </a:t>
            </a:r>
            <a:r>
              <a:rPr lang="en-US" dirty="0" err="1"/>
              <a:t>bintrees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486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20420-6976-C8F0-3712-80BA823BC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Parsing: the starting point for program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09C6D-1D15-3563-1A86-EA014D7C9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Anything we might want to do with a program, we want it parsed first</a:t>
            </a:r>
          </a:p>
          <a:p>
            <a:r>
              <a:rPr lang="en-US" dirty="0"/>
              <a:t>Building a parser is tricky</a:t>
            </a:r>
          </a:p>
          <a:p>
            <a:r>
              <a:rPr lang="en-US" dirty="0"/>
              <a:t>Let’s do the math-exp parser together</a:t>
            </a:r>
          </a:p>
          <a:p>
            <a:r>
              <a:rPr lang="en-US" dirty="0"/>
              <a:t>There are many libraries and tools that make the process simpler (these are sometimes called parser generators)</a:t>
            </a:r>
          </a:p>
          <a:p>
            <a:r>
              <a:rPr lang="en-US" dirty="0"/>
              <a:t>Main advice: always operate on ASTs</a:t>
            </a:r>
          </a:p>
          <a:p>
            <a:r>
              <a:rPr lang="en-US" dirty="0"/>
              <a:t>Always expect parsing is </a:t>
            </a:r>
            <a:r>
              <a:rPr lang="en-US" dirty="0" err="1"/>
              <a:t>gonna</a:t>
            </a:r>
            <a:r>
              <a:rPr lang="en-US" dirty="0"/>
              <a:t> take some care to get correct, even with tools</a:t>
            </a:r>
          </a:p>
        </p:txBody>
      </p:sp>
    </p:spTree>
    <p:extLst>
      <p:ext uri="{BB962C8B-B14F-4D97-AF65-F5344CB8AC3E}">
        <p14:creationId xmlns:p14="http://schemas.microsoft.com/office/powerpoint/2010/main" val="2377579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172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Datatypes Parsing 2</vt:lpstr>
      <vt:lpstr>You try first</vt:lpstr>
      <vt:lpstr>Parsing</vt:lpstr>
      <vt:lpstr>Parsing: the starting point for program transformation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Hewner, Mike</dc:creator>
  <cp:lastModifiedBy>Hewner, Mike</cp:lastModifiedBy>
  <cp:revision>2</cp:revision>
  <dcterms:created xsi:type="dcterms:W3CDTF">2024-09-27T13:15:24Z</dcterms:created>
  <dcterms:modified xsi:type="dcterms:W3CDTF">2025-09-26T14:00:11Z</dcterms:modified>
</cp:coreProperties>
</file>