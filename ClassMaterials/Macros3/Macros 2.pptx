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57" r:id="rId7"/>
    <p:sldId id="268" r:id="rId8"/>
    <p:sldId id="269" r:id="rId9"/>
    <p:sldId id="270" r:id="rId10"/>
    <p:sldId id="258" r:id="rId11"/>
    <p:sldId id="262" r:id="rId12"/>
    <p:sldId id="259" r:id="rId13"/>
    <p:sldId id="260" r:id="rId14"/>
    <p:sldId id="261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62" d="100"/>
          <a:sy n="62" d="100"/>
        </p:scale>
        <p:origin x="2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wner, Mike" userId="7f3f83dd-6dfb-4127-a87f-c1714bd4fac9" providerId="ADAL" clId="{DB671BD0-51AD-4EC1-89CD-7F73B931E5F6}"/>
    <pc:docChg chg="undo custSel addSld modSld">
      <pc:chgData name="Hewner, Mike" userId="7f3f83dd-6dfb-4127-a87f-c1714bd4fac9" providerId="ADAL" clId="{DB671BD0-51AD-4EC1-89CD-7F73B931E5F6}" dt="2023-06-26T18:13:42.460" v="3913" actId="20577"/>
      <pc:docMkLst>
        <pc:docMk/>
      </pc:docMkLst>
      <pc:sldChg chg="addSp modSp">
        <pc:chgData name="Hewner, Mike" userId="7f3f83dd-6dfb-4127-a87f-c1714bd4fac9" providerId="ADAL" clId="{DB671BD0-51AD-4EC1-89CD-7F73B931E5F6}" dt="2023-06-26T12:28:33.060" v="103" actId="6549"/>
        <pc:sldMkLst>
          <pc:docMk/>
          <pc:sldMk cId="3888160088" sldId="257"/>
        </pc:sldMkLst>
        <pc:spChg chg="add mod">
          <ac:chgData name="Hewner, Mike" userId="7f3f83dd-6dfb-4127-a87f-c1714bd4fac9" providerId="ADAL" clId="{DB671BD0-51AD-4EC1-89CD-7F73B931E5F6}" dt="2023-06-26T12:28:33.060" v="103" actId="6549"/>
          <ac:spMkLst>
            <pc:docMk/>
            <pc:sldMk cId="3888160088" sldId="257"/>
            <ac:spMk id="5" creationId="{41A635F0-CF50-4D32-95EA-EF00A77E052D}"/>
          </ac:spMkLst>
        </pc:spChg>
        <pc:picChg chg="add mod">
          <ac:chgData name="Hewner, Mike" userId="7f3f83dd-6dfb-4127-a87f-c1714bd4fac9" providerId="ADAL" clId="{DB671BD0-51AD-4EC1-89CD-7F73B931E5F6}" dt="2023-06-26T12:25:25.670" v="1" actId="1076"/>
          <ac:picMkLst>
            <pc:docMk/>
            <pc:sldMk cId="3888160088" sldId="257"/>
            <ac:picMk id="3" creationId="{CF71ACAB-4939-4DF9-ADC1-0D0B21C1F7B1}"/>
          </ac:picMkLst>
        </pc:picChg>
      </pc:sldChg>
      <pc:sldChg chg="modSp add">
        <pc:chgData name="Hewner, Mike" userId="7f3f83dd-6dfb-4127-a87f-c1714bd4fac9" providerId="ADAL" clId="{DB671BD0-51AD-4EC1-89CD-7F73B931E5F6}" dt="2023-06-26T17:54:15.077" v="2492" actId="20577"/>
        <pc:sldMkLst>
          <pc:docMk/>
          <pc:sldMk cId="3608643309" sldId="258"/>
        </pc:sldMkLst>
        <pc:spChg chg="mod">
          <ac:chgData name="Hewner, Mike" userId="7f3f83dd-6dfb-4127-a87f-c1714bd4fac9" providerId="ADAL" clId="{DB671BD0-51AD-4EC1-89CD-7F73B931E5F6}" dt="2023-06-26T17:54:15.077" v="2492" actId="20577"/>
          <ac:spMkLst>
            <pc:docMk/>
            <pc:sldMk cId="3608643309" sldId="258"/>
            <ac:spMk id="2" creationId="{75F3D548-3E64-4CD6-BBE2-E8AB594A3236}"/>
          </ac:spMkLst>
        </pc:spChg>
        <pc:spChg chg="mod">
          <ac:chgData name="Hewner, Mike" userId="7f3f83dd-6dfb-4127-a87f-c1714bd4fac9" providerId="ADAL" clId="{DB671BD0-51AD-4EC1-89CD-7F73B931E5F6}" dt="2023-06-26T13:16:33.947" v="178" actId="403"/>
          <ac:spMkLst>
            <pc:docMk/>
            <pc:sldMk cId="3608643309" sldId="258"/>
            <ac:spMk id="3" creationId="{84391CD8-05AB-4B2E-BD40-A2E3D48D0286}"/>
          </ac:spMkLst>
        </pc:spChg>
      </pc:sldChg>
      <pc:sldChg chg="addSp delSp modSp add">
        <pc:chgData name="Hewner, Mike" userId="7f3f83dd-6dfb-4127-a87f-c1714bd4fac9" providerId="ADAL" clId="{DB671BD0-51AD-4EC1-89CD-7F73B931E5F6}" dt="2023-06-26T14:49:40.629" v="1605" actId="20577"/>
        <pc:sldMkLst>
          <pc:docMk/>
          <pc:sldMk cId="898275119" sldId="259"/>
        </pc:sldMkLst>
        <pc:spChg chg="del">
          <ac:chgData name="Hewner, Mike" userId="7f3f83dd-6dfb-4127-a87f-c1714bd4fac9" providerId="ADAL" clId="{DB671BD0-51AD-4EC1-89CD-7F73B931E5F6}" dt="2023-06-26T13:22:30.431" v="191" actId="478"/>
          <ac:spMkLst>
            <pc:docMk/>
            <pc:sldMk cId="898275119" sldId="259"/>
            <ac:spMk id="2" creationId="{070118EA-F960-4C78-93DA-9C3956D84112}"/>
          </ac:spMkLst>
        </pc:spChg>
        <pc:spChg chg="del">
          <ac:chgData name="Hewner, Mike" userId="7f3f83dd-6dfb-4127-a87f-c1714bd4fac9" providerId="ADAL" clId="{DB671BD0-51AD-4EC1-89CD-7F73B931E5F6}" dt="2023-06-26T13:22:04.055" v="183" actId="478"/>
          <ac:spMkLst>
            <pc:docMk/>
            <pc:sldMk cId="898275119" sldId="259"/>
            <ac:spMk id="3" creationId="{B8679826-E6C1-49E6-B9B4-86D5741785A4}"/>
          </ac:spMkLst>
        </pc:spChg>
        <pc:spChg chg="add mod">
          <ac:chgData name="Hewner, Mike" userId="7f3f83dd-6dfb-4127-a87f-c1714bd4fac9" providerId="ADAL" clId="{DB671BD0-51AD-4EC1-89CD-7F73B931E5F6}" dt="2023-06-26T13:22:24.977" v="190" actId="2711"/>
          <ac:spMkLst>
            <pc:docMk/>
            <pc:sldMk cId="898275119" sldId="259"/>
            <ac:spMk id="4" creationId="{A24BF837-4241-463D-9326-D6E299214759}"/>
          </ac:spMkLst>
        </pc:spChg>
        <pc:spChg chg="add del mod">
          <ac:chgData name="Hewner, Mike" userId="7f3f83dd-6dfb-4127-a87f-c1714bd4fac9" providerId="ADAL" clId="{DB671BD0-51AD-4EC1-89CD-7F73B931E5F6}" dt="2023-06-26T13:23:21.830" v="203" actId="478"/>
          <ac:spMkLst>
            <pc:docMk/>
            <pc:sldMk cId="898275119" sldId="259"/>
            <ac:spMk id="5" creationId="{FFA2BB00-DB3E-4836-92F9-0FF0A568C16E}"/>
          </ac:spMkLst>
        </pc:spChg>
        <pc:spChg chg="add mod">
          <ac:chgData name="Hewner, Mike" userId="7f3f83dd-6dfb-4127-a87f-c1714bd4fac9" providerId="ADAL" clId="{DB671BD0-51AD-4EC1-89CD-7F73B931E5F6}" dt="2023-06-26T13:25:12.537" v="278" actId="14100"/>
          <ac:spMkLst>
            <pc:docMk/>
            <pc:sldMk cId="898275119" sldId="259"/>
            <ac:spMk id="6" creationId="{2CBE7812-8F67-4DD1-8FD8-4E2CC7EEBF31}"/>
          </ac:spMkLst>
        </pc:spChg>
        <pc:spChg chg="add mod">
          <ac:chgData name="Hewner, Mike" userId="7f3f83dd-6dfb-4127-a87f-c1714bd4fac9" providerId="ADAL" clId="{DB671BD0-51AD-4EC1-89CD-7F73B931E5F6}" dt="2023-06-26T13:27:51.754" v="350" actId="20577"/>
          <ac:spMkLst>
            <pc:docMk/>
            <pc:sldMk cId="898275119" sldId="259"/>
            <ac:spMk id="7" creationId="{0EDBC9F2-1F3E-49FD-9D40-D288ACD7D710}"/>
          </ac:spMkLst>
        </pc:spChg>
        <pc:spChg chg="add mod">
          <ac:chgData name="Hewner, Mike" userId="7f3f83dd-6dfb-4127-a87f-c1714bd4fac9" providerId="ADAL" clId="{DB671BD0-51AD-4EC1-89CD-7F73B931E5F6}" dt="2023-06-26T14:49:40.629" v="1605" actId="20577"/>
          <ac:spMkLst>
            <pc:docMk/>
            <pc:sldMk cId="898275119" sldId="259"/>
            <ac:spMk id="8" creationId="{1C72843B-AC5B-4040-AADB-33CBDB0992D0}"/>
          </ac:spMkLst>
        </pc:spChg>
        <pc:spChg chg="add mod">
          <ac:chgData name="Hewner, Mike" userId="7f3f83dd-6dfb-4127-a87f-c1714bd4fac9" providerId="ADAL" clId="{DB671BD0-51AD-4EC1-89CD-7F73B931E5F6}" dt="2023-06-26T14:49:35.091" v="1596" actId="313"/>
          <ac:spMkLst>
            <pc:docMk/>
            <pc:sldMk cId="898275119" sldId="259"/>
            <ac:spMk id="9" creationId="{D043020A-8D56-45B2-A8A3-4036875AD7E0}"/>
          </ac:spMkLst>
        </pc:spChg>
      </pc:sldChg>
      <pc:sldChg chg="addSp modSp add">
        <pc:chgData name="Hewner, Mike" userId="7f3f83dd-6dfb-4127-a87f-c1714bd4fac9" providerId="ADAL" clId="{DB671BD0-51AD-4EC1-89CD-7F73B931E5F6}" dt="2023-06-26T17:58:46.761" v="2823" actId="14100"/>
        <pc:sldMkLst>
          <pc:docMk/>
          <pc:sldMk cId="4014141333" sldId="260"/>
        </pc:sldMkLst>
        <pc:spChg chg="mod">
          <ac:chgData name="Hewner, Mike" userId="7f3f83dd-6dfb-4127-a87f-c1714bd4fac9" providerId="ADAL" clId="{DB671BD0-51AD-4EC1-89CD-7F73B931E5F6}" dt="2023-06-26T17:57:19.834" v="2732" actId="20577"/>
          <ac:spMkLst>
            <pc:docMk/>
            <pc:sldMk cId="4014141333" sldId="260"/>
            <ac:spMk id="2" creationId="{D06AC56F-C6DC-44C4-BF01-68F0F145FAAA}"/>
          </ac:spMkLst>
        </pc:spChg>
        <pc:spChg chg="mod">
          <ac:chgData name="Hewner, Mike" userId="7f3f83dd-6dfb-4127-a87f-c1714bd4fac9" providerId="ADAL" clId="{DB671BD0-51AD-4EC1-89CD-7F73B931E5F6}" dt="2023-06-26T13:47:50.458" v="382" actId="404"/>
          <ac:spMkLst>
            <pc:docMk/>
            <pc:sldMk cId="4014141333" sldId="260"/>
            <ac:spMk id="3" creationId="{DFFC10AC-A57A-435D-B74E-F6F5353DEFD1}"/>
          </ac:spMkLst>
        </pc:spChg>
        <pc:spChg chg="add mod">
          <ac:chgData name="Hewner, Mike" userId="7f3f83dd-6dfb-4127-a87f-c1714bd4fac9" providerId="ADAL" clId="{DB671BD0-51AD-4EC1-89CD-7F73B931E5F6}" dt="2023-06-26T14:06:48.262" v="468" actId="20577"/>
          <ac:spMkLst>
            <pc:docMk/>
            <pc:sldMk cId="4014141333" sldId="260"/>
            <ac:spMk id="4" creationId="{F4FC7380-7478-4DA7-8374-D304C7120702}"/>
          </ac:spMkLst>
        </pc:spChg>
        <pc:spChg chg="add mod">
          <ac:chgData name="Hewner, Mike" userId="7f3f83dd-6dfb-4127-a87f-c1714bd4fac9" providerId="ADAL" clId="{DB671BD0-51AD-4EC1-89CD-7F73B931E5F6}" dt="2023-06-26T17:58:46.761" v="2823" actId="14100"/>
          <ac:spMkLst>
            <pc:docMk/>
            <pc:sldMk cId="4014141333" sldId="260"/>
            <ac:spMk id="5" creationId="{FC433F22-5895-475A-A36A-78C5CE827612}"/>
          </ac:spMkLst>
        </pc:spChg>
      </pc:sldChg>
      <pc:sldChg chg="modSp add">
        <pc:chgData name="Hewner, Mike" userId="7f3f83dd-6dfb-4127-a87f-c1714bd4fac9" providerId="ADAL" clId="{DB671BD0-51AD-4EC1-89CD-7F73B931E5F6}" dt="2023-06-26T14:20:14.309" v="923" actId="2711"/>
        <pc:sldMkLst>
          <pc:docMk/>
          <pc:sldMk cId="3290595372" sldId="261"/>
        </pc:sldMkLst>
        <pc:spChg chg="mod">
          <ac:chgData name="Hewner, Mike" userId="7f3f83dd-6dfb-4127-a87f-c1714bd4fac9" providerId="ADAL" clId="{DB671BD0-51AD-4EC1-89CD-7F73B931E5F6}" dt="2023-06-26T14:07:33.238" v="483" actId="20577"/>
          <ac:spMkLst>
            <pc:docMk/>
            <pc:sldMk cId="3290595372" sldId="261"/>
            <ac:spMk id="2" creationId="{6AB62B88-2902-4412-BBDD-876C3337B320}"/>
          </ac:spMkLst>
        </pc:spChg>
        <pc:spChg chg="mod">
          <ac:chgData name="Hewner, Mike" userId="7f3f83dd-6dfb-4127-a87f-c1714bd4fac9" providerId="ADAL" clId="{DB671BD0-51AD-4EC1-89CD-7F73B931E5F6}" dt="2023-06-26T14:20:14.309" v="923" actId="2711"/>
          <ac:spMkLst>
            <pc:docMk/>
            <pc:sldMk cId="3290595372" sldId="261"/>
            <ac:spMk id="3" creationId="{0028535B-BBC3-4547-8508-DF51D52C1C72}"/>
          </ac:spMkLst>
        </pc:spChg>
      </pc:sldChg>
      <pc:sldChg chg="modSp add">
        <pc:chgData name="Hewner, Mike" userId="7f3f83dd-6dfb-4127-a87f-c1714bd4fac9" providerId="ADAL" clId="{DB671BD0-51AD-4EC1-89CD-7F73B931E5F6}" dt="2023-06-26T17:57:11.230" v="2725" actId="20577"/>
        <pc:sldMkLst>
          <pc:docMk/>
          <pc:sldMk cId="1153656585" sldId="262"/>
        </pc:sldMkLst>
        <pc:spChg chg="mod">
          <ac:chgData name="Hewner, Mike" userId="7f3f83dd-6dfb-4127-a87f-c1714bd4fac9" providerId="ADAL" clId="{DB671BD0-51AD-4EC1-89CD-7F73B931E5F6}" dt="2023-06-26T17:54:24.551" v="2518" actId="20577"/>
          <ac:spMkLst>
            <pc:docMk/>
            <pc:sldMk cId="1153656585" sldId="262"/>
            <ac:spMk id="2" creationId="{3AF57412-F958-44E1-BD9C-13649DD46B23}"/>
          </ac:spMkLst>
        </pc:spChg>
        <pc:spChg chg="mod">
          <ac:chgData name="Hewner, Mike" userId="7f3f83dd-6dfb-4127-a87f-c1714bd4fac9" providerId="ADAL" clId="{DB671BD0-51AD-4EC1-89CD-7F73B931E5F6}" dt="2023-06-26T17:57:11.230" v="2725" actId="20577"/>
          <ac:spMkLst>
            <pc:docMk/>
            <pc:sldMk cId="1153656585" sldId="262"/>
            <ac:spMk id="3" creationId="{4D5B56F0-33E9-4916-97D2-8C007D15AEC4}"/>
          </ac:spMkLst>
        </pc:spChg>
      </pc:sldChg>
      <pc:sldChg chg="addSp delSp modSp add">
        <pc:chgData name="Hewner, Mike" userId="7f3f83dd-6dfb-4127-a87f-c1714bd4fac9" providerId="ADAL" clId="{DB671BD0-51AD-4EC1-89CD-7F73B931E5F6}" dt="2023-06-26T18:13:21.828" v="3897" actId="6549"/>
        <pc:sldMkLst>
          <pc:docMk/>
          <pc:sldMk cId="4163544457" sldId="263"/>
        </pc:sldMkLst>
        <pc:spChg chg="mod">
          <ac:chgData name="Hewner, Mike" userId="7f3f83dd-6dfb-4127-a87f-c1714bd4fac9" providerId="ADAL" clId="{DB671BD0-51AD-4EC1-89CD-7F73B931E5F6}" dt="2023-06-26T18:13:21.828" v="3897" actId="6549"/>
          <ac:spMkLst>
            <pc:docMk/>
            <pc:sldMk cId="4163544457" sldId="263"/>
            <ac:spMk id="2" creationId="{748FC9B3-6B91-4C04-80E7-363D1288C3C6}"/>
          </ac:spMkLst>
        </pc:spChg>
        <pc:spChg chg="del">
          <ac:chgData name="Hewner, Mike" userId="7f3f83dd-6dfb-4127-a87f-c1714bd4fac9" providerId="ADAL" clId="{DB671BD0-51AD-4EC1-89CD-7F73B931E5F6}" dt="2023-06-26T15:04:48.227" v="1624" actId="478"/>
          <ac:spMkLst>
            <pc:docMk/>
            <pc:sldMk cId="4163544457" sldId="263"/>
            <ac:spMk id="3" creationId="{8133258E-D345-4310-ADEC-26F3480AAC7B}"/>
          </ac:spMkLst>
        </pc:spChg>
        <pc:picChg chg="add del">
          <ac:chgData name="Hewner, Mike" userId="7f3f83dd-6dfb-4127-a87f-c1714bd4fac9" providerId="ADAL" clId="{DB671BD0-51AD-4EC1-89CD-7F73B931E5F6}" dt="2023-06-26T15:05:01.790" v="1625" actId="478"/>
          <ac:picMkLst>
            <pc:docMk/>
            <pc:sldMk cId="4163544457" sldId="263"/>
            <ac:picMk id="4" creationId="{18070473-2C92-4C31-8A6B-B0810DF1AB4B}"/>
          </ac:picMkLst>
        </pc:picChg>
        <pc:picChg chg="add mod">
          <ac:chgData name="Hewner, Mike" userId="7f3f83dd-6dfb-4127-a87f-c1714bd4fac9" providerId="ADAL" clId="{DB671BD0-51AD-4EC1-89CD-7F73B931E5F6}" dt="2023-06-26T15:06:16.074" v="1627" actId="1076"/>
          <ac:picMkLst>
            <pc:docMk/>
            <pc:sldMk cId="4163544457" sldId="263"/>
            <ac:picMk id="5" creationId="{F081C50D-AB49-4C64-A716-9209DB3BA6E7}"/>
          </ac:picMkLst>
        </pc:picChg>
      </pc:sldChg>
      <pc:sldChg chg="addSp delSp modSp add">
        <pc:chgData name="Hewner, Mike" userId="7f3f83dd-6dfb-4127-a87f-c1714bd4fac9" providerId="ADAL" clId="{DB671BD0-51AD-4EC1-89CD-7F73B931E5F6}" dt="2023-06-26T15:17:42.058" v="1639" actId="693"/>
        <pc:sldMkLst>
          <pc:docMk/>
          <pc:sldMk cId="2837461296" sldId="264"/>
        </pc:sldMkLst>
        <pc:spChg chg="del">
          <ac:chgData name="Hewner, Mike" userId="7f3f83dd-6dfb-4127-a87f-c1714bd4fac9" providerId="ADAL" clId="{DB671BD0-51AD-4EC1-89CD-7F73B931E5F6}" dt="2023-06-26T15:16:47.637" v="1633" actId="478"/>
          <ac:spMkLst>
            <pc:docMk/>
            <pc:sldMk cId="2837461296" sldId="264"/>
            <ac:spMk id="2" creationId="{6177F0AA-DB78-4A72-B3FC-9FD8922EC75F}"/>
          </ac:spMkLst>
        </pc:spChg>
        <pc:spChg chg="del mod">
          <ac:chgData name="Hewner, Mike" userId="7f3f83dd-6dfb-4127-a87f-c1714bd4fac9" providerId="ADAL" clId="{DB671BD0-51AD-4EC1-89CD-7F73B931E5F6}" dt="2023-06-26T15:16:36.574" v="1631" actId="478"/>
          <ac:spMkLst>
            <pc:docMk/>
            <pc:sldMk cId="2837461296" sldId="264"/>
            <ac:spMk id="3" creationId="{CFFF6AA0-9A97-449C-A3BA-4CB2E919E088}"/>
          </ac:spMkLst>
        </pc:spChg>
        <pc:spChg chg="add mod">
          <ac:chgData name="Hewner, Mike" userId="7f3f83dd-6dfb-4127-a87f-c1714bd4fac9" providerId="ADAL" clId="{DB671BD0-51AD-4EC1-89CD-7F73B931E5F6}" dt="2023-06-26T15:17:42.058" v="1639" actId="693"/>
          <ac:spMkLst>
            <pc:docMk/>
            <pc:sldMk cId="2837461296" sldId="264"/>
            <ac:spMk id="5" creationId="{6090188E-1D69-422C-B99C-8B8346F07A4E}"/>
          </ac:spMkLst>
        </pc:spChg>
        <pc:picChg chg="add mod">
          <ac:chgData name="Hewner, Mike" userId="7f3f83dd-6dfb-4127-a87f-c1714bd4fac9" providerId="ADAL" clId="{DB671BD0-51AD-4EC1-89CD-7F73B931E5F6}" dt="2023-06-26T15:16:54.944" v="1635" actId="14100"/>
          <ac:picMkLst>
            <pc:docMk/>
            <pc:sldMk cId="2837461296" sldId="264"/>
            <ac:picMk id="4" creationId="{9C19BB13-A936-43C0-85CF-769A14FF6191}"/>
          </ac:picMkLst>
        </pc:picChg>
      </pc:sldChg>
      <pc:sldChg chg="modSp add">
        <pc:chgData name="Hewner, Mike" userId="7f3f83dd-6dfb-4127-a87f-c1714bd4fac9" providerId="ADAL" clId="{DB671BD0-51AD-4EC1-89CD-7F73B931E5F6}" dt="2023-06-26T18:13:42.460" v="3913" actId="20577"/>
        <pc:sldMkLst>
          <pc:docMk/>
          <pc:sldMk cId="3750659201" sldId="265"/>
        </pc:sldMkLst>
        <pc:spChg chg="mod">
          <ac:chgData name="Hewner, Mike" userId="7f3f83dd-6dfb-4127-a87f-c1714bd4fac9" providerId="ADAL" clId="{DB671BD0-51AD-4EC1-89CD-7F73B931E5F6}" dt="2023-06-26T18:13:42.460" v="3913" actId="20577"/>
          <ac:spMkLst>
            <pc:docMk/>
            <pc:sldMk cId="3750659201" sldId="265"/>
            <ac:spMk id="2" creationId="{8853E1C7-0058-4B58-A7C6-80DF0CD0167F}"/>
          </ac:spMkLst>
        </pc:spChg>
        <pc:spChg chg="mod">
          <ac:chgData name="Hewner, Mike" userId="7f3f83dd-6dfb-4127-a87f-c1714bd4fac9" providerId="ADAL" clId="{DB671BD0-51AD-4EC1-89CD-7F73B931E5F6}" dt="2023-06-26T17:51:20.559" v="2475" actId="313"/>
          <ac:spMkLst>
            <pc:docMk/>
            <pc:sldMk cId="3750659201" sldId="265"/>
            <ac:spMk id="3" creationId="{B901D971-5697-41BF-9D99-632D8CC3080B}"/>
          </ac:spMkLst>
        </pc:spChg>
      </pc:sldChg>
      <pc:sldChg chg="modSp add">
        <pc:chgData name="Hewner, Mike" userId="7f3f83dd-6dfb-4127-a87f-c1714bd4fac9" providerId="ADAL" clId="{DB671BD0-51AD-4EC1-89CD-7F73B931E5F6}" dt="2023-06-26T18:10:08.797" v="3608" actId="20577"/>
        <pc:sldMkLst>
          <pc:docMk/>
          <pc:sldMk cId="1673073549" sldId="266"/>
        </pc:sldMkLst>
        <pc:spChg chg="mod">
          <ac:chgData name="Hewner, Mike" userId="7f3f83dd-6dfb-4127-a87f-c1714bd4fac9" providerId="ADAL" clId="{DB671BD0-51AD-4EC1-89CD-7F73B931E5F6}" dt="2023-06-26T18:05:09.260" v="2850" actId="20577"/>
          <ac:spMkLst>
            <pc:docMk/>
            <pc:sldMk cId="1673073549" sldId="266"/>
            <ac:spMk id="2" creationId="{298B8291-405D-46BB-9414-DC91E46B4E72}"/>
          </ac:spMkLst>
        </pc:spChg>
        <pc:spChg chg="mod">
          <ac:chgData name="Hewner, Mike" userId="7f3f83dd-6dfb-4127-a87f-c1714bd4fac9" providerId="ADAL" clId="{DB671BD0-51AD-4EC1-89CD-7F73B931E5F6}" dt="2023-06-26T18:10:08.797" v="3608" actId="20577"/>
          <ac:spMkLst>
            <pc:docMk/>
            <pc:sldMk cId="1673073549" sldId="266"/>
            <ac:spMk id="3" creationId="{0081B81A-4274-412A-AB4E-2AFA9240DA3E}"/>
          </ac:spMkLst>
        </pc:spChg>
      </pc:sldChg>
      <pc:sldChg chg="modSp add">
        <pc:chgData name="Hewner, Mike" userId="7f3f83dd-6dfb-4127-a87f-c1714bd4fac9" providerId="ADAL" clId="{DB671BD0-51AD-4EC1-89CD-7F73B931E5F6}" dt="2023-06-26T18:12:41.542" v="3850" actId="20577"/>
        <pc:sldMkLst>
          <pc:docMk/>
          <pc:sldMk cId="2124365946" sldId="267"/>
        </pc:sldMkLst>
        <pc:spChg chg="mod">
          <ac:chgData name="Hewner, Mike" userId="7f3f83dd-6dfb-4127-a87f-c1714bd4fac9" providerId="ADAL" clId="{DB671BD0-51AD-4EC1-89CD-7F73B931E5F6}" dt="2023-06-26T18:11:09.629" v="3631" actId="20577"/>
          <ac:spMkLst>
            <pc:docMk/>
            <pc:sldMk cId="2124365946" sldId="267"/>
            <ac:spMk id="2" creationId="{FF8164FE-5A49-48AB-8ACE-8552FFDAF806}"/>
          </ac:spMkLst>
        </pc:spChg>
        <pc:spChg chg="mod">
          <ac:chgData name="Hewner, Mike" userId="7f3f83dd-6dfb-4127-a87f-c1714bd4fac9" providerId="ADAL" clId="{DB671BD0-51AD-4EC1-89CD-7F73B931E5F6}" dt="2023-06-26T18:12:41.542" v="3850" actId="20577"/>
          <ac:spMkLst>
            <pc:docMk/>
            <pc:sldMk cId="2124365946" sldId="267"/>
            <ac:spMk id="3" creationId="{45639545-4FE5-4AAA-B87A-90F58672C8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1B76-0013-4794-9B05-9BB692D9D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75E7E-2FDB-411E-8136-226291A5D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C21BF-7F3E-448A-9738-DC5D24DE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0C113-DB60-4A78-8C78-78641192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496E3-CC78-48DD-B575-7E807463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0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75A8-4E6D-4826-8616-F920E477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185A-605A-44A5-A446-15A22989D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0BF7B-30A2-42D5-9324-6C06FE6F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56554-4362-4206-A4BA-5CCCAEB2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1BD5F-285B-452D-928C-B3B65AD3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8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9B49-DA16-48FD-B80B-A3575F41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E0E10-889D-4F52-9957-335FD9F8F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EB149-91E4-4B95-90A1-5B42B8F6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8B2CB-FB79-4C00-B9EE-34C8A31D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8E3EB-9937-4463-B2EC-3AE249E5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2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741E-1DB8-496F-9A09-3F890A53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5592-8FC3-46D9-8671-EBC8BF2B4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66345-B149-4417-B44A-6FF4D4DA4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FD96B-4DFF-4F4A-BFFA-6A08924C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A53D8-DC2B-4A2F-A2E8-D70E74D0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8256E-438F-4A07-A15E-C20094E2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0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E1CE-EFB5-4D24-B5BE-224D1172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5ACDB-D345-4A05-AA4D-7AA5B0479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2E0BE-DC4B-457E-BAB4-A36C6F52A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A35F1-2551-4C6A-A636-CC6874359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126F34-52CD-4A4E-A09F-17C592642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C365B-B066-458B-B611-5452B1A9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1BB53-6EEC-41E9-A021-A0B320E4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91693-C91A-49E6-A076-FCB3985F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2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9B1B-B33B-4AFC-9E5F-E47E87DA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EB356-AC4A-4304-95A0-975A7F8B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8992F-F5D0-4D45-8496-7BD54A54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BEA89-5ACE-415C-9FFA-089A954A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7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17000-595F-4A66-AE82-FC3B6AD5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D1264-6E3C-4351-B856-0B3FC7F7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7F199-18C2-488B-9184-903ADA8F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1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5772-EEBF-4A3C-ABC7-8219159D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F891-6A5A-45C2-8109-9BA853464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8655C-441A-44E6-B551-D470E5261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A2FCB-8EA5-4900-AFA4-C52B3B6A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C583B-DE5C-4666-945E-8FFDEEE6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08905-068E-453E-B009-CBA52F72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6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FDF8-814D-4362-A505-0200187E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551BB6-7E10-4206-B1E2-1FDAC5496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1A2EC-4A83-4FA6-BB15-BF8783C55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371C4-7C44-495D-83B7-D525BDF5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061ED-41DA-4113-B063-56A0CC43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88470-C4DD-4AE3-9956-ABFF67FC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4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F766-0715-4CCD-8CE3-3246D42B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E32C9-B188-4AF5-9B36-561E9C49D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C5A26-707B-422A-A8FF-EB72000F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01954-0244-4685-9F5F-EB83E50C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E5FF-8510-4CA2-AD68-309FE3CD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0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2CB14F-2D91-4FBA-8964-1ABEAC1C2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C6FCC-03CB-4B8B-9961-EF867976F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FDECA-DE65-45B1-8600-BEB30444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F71C-93CC-4DEE-AD77-C15C39E6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594A4-06BA-487F-9537-CA1B1706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63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A0904-2456-4D8B-A3E3-3DDA991F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8041-7CB1-40BE-B594-3EF30FC72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DC55C-0274-4509-9DDB-5A1F55744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FCB5-3900-45AA-AD1D-F54FBD0601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A0B08-50E2-443F-8BFC-3C79516E1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48AF2-8E98-44A9-97C5-2CD66A17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BDB86-E49F-4DAF-906A-A559B72EE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5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AFD9-061A-4047-8C28-BD127B9079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Macros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F88B0-7407-44B5-A6DE-8D2592DDE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68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64FE-5A49-48AB-8ACE-8552FFDA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major topics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39545-4FE5-4AAA-B87A-90F58672C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capture – a common issue with macros that you should be aware of and how racket macros avoid it mostly</a:t>
            </a:r>
          </a:p>
          <a:p>
            <a:r>
              <a:rPr lang="en-US" dirty="0"/>
              <a:t>How to do more complex calculations in the macro expansion phase</a:t>
            </a:r>
          </a:p>
        </p:txBody>
      </p:sp>
    </p:spTree>
    <p:extLst>
      <p:ext uri="{BB962C8B-B14F-4D97-AF65-F5344CB8AC3E}">
        <p14:creationId xmlns:p14="http://schemas.microsoft.com/office/powerpoint/2010/main" val="212436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6D24-D371-45ED-AD5D-B7728070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templates are good but have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207CD5-4E34-42E3-A2B6-23CA51269998}"/>
              </a:ext>
            </a:extLst>
          </p:cNvPr>
          <p:cNvSpPr/>
          <p:nvPr/>
        </p:nvSpPr>
        <p:spPr>
          <a:xfrm>
            <a:off x="177477" y="1690688"/>
            <a:ext cx="1182546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(define-syntax </a:t>
            </a:r>
            <a:r>
              <a:rPr lang="en-US" dirty="0" err="1">
                <a:latin typeface="Consolas" panose="020B0609020204030204" pitchFamily="49" charset="0"/>
              </a:rPr>
              <a:t>numed-syms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(lambda (</a:t>
            </a:r>
            <a:r>
              <a:rPr lang="en-US" dirty="0" err="1">
                <a:latin typeface="Consolas" panose="020B0609020204030204" pitchFamily="49" charset="0"/>
              </a:rPr>
              <a:t>stx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   (datum-&gt;syntax </a:t>
            </a:r>
            <a:r>
              <a:rPr lang="en-US" dirty="0" err="1">
                <a:latin typeface="Consolas" panose="020B0609020204030204" pitchFamily="49" charset="0"/>
              </a:rPr>
              <a:t>stx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           (list 'quote (let recur ([num 0]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                     [</a:t>
            </a:r>
            <a:r>
              <a:rPr lang="en-US" dirty="0" err="1">
                <a:latin typeface="Consolas" panose="020B0609020204030204" pitchFamily="49" charset="0"/>
              </a:rPr>
              <a:t>syms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cdr</a:t>
            </a:r>
            <a:r>
              <a:rPr lang="en-US" dirty="0">
                <a:latin typeface="Consolas" panose="020B0609020204030204" pitchFamily="49" charset="0"/>
              </a:rPr>
              <a:t> (syntax-&gt;datum </a:t>
            </a:r>
            <a:r>
              <a:rPr lang="en-US" dirty="0" err="1">
                <a:latin typeface="Consolas" panose="020B0609020204030204" pitchFamily="49" charset="0"/>
              </a:rPr>
              <a:t>stx</a:t>
            </a:r>
            <a:r>
              <a:rPr lang="en-US" dirty="0">
                <a:latin typeface="Consolas" panose="020B0609020204030204" pitchFamily="49" charset="0"/>
              </a:rPr>
              <a:t>))])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               (if (null? </a:t>
            </a:r>
            <a:r>
              <a:rPr lang="en-US" dirty="0" err="1">
                <a:latin typeface="Consolas" panose="020B0609020204030204" pitchFamily="49" charset="0"/>
              </a:rPr>
              <a:t>syms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                   '()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                   (cons (cons (car </a:t>
            </a:r>
            <a:r>
              <a:rPr lang="en-US" dirty="0" err="1">
                <a:latin typeface="Consolas" panose="020B0609020204030204" pitchFamily="49" charset="0"/>
              </a:rPr>
              <a:t>syms</a:t>
            </a:r>
            <a:r>
              <a:rPr lang="en-US" dirty="0">
                <a:latin typeface="Consolas" panose="020B0609020204030204" pitchFamily="49" charset="0"/>
              </a:rPr>
              <a:t>) num)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                         (recur (add1 num) (</a:t>
            </a:r>
            <a:r>
              <a:rPr lang="en-US" dirty="0" err="1">
                <a:latin typeface="Consolas" panose="020B0609020204030204" pitchFamily="49" charset="0"/>
              </a:rPr>
              <a:t>cdr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syms</a:t>
            </a:r>
            <a:r>
              <a:rPr lang="en-US" dirty="0">
                <a:latin typeface="Consolas" panose="020B0609020204030204" pitchFamily="49" charset="0"/>
              </a:rPr>
              <a:t>)))))))))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1ACAB-4939-4DF9-ADC1-0D0B21C1F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89" y="4643364"/>
            <a:ext cx="4648849" cy="523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A635F0-CF50-4D32-95EA-EF00A77E052D}"/>
              </a:ext>
            </a:extLst>
          </p:cNvPr>
          <p:cNvSpPr txBox="1"/>
          <p:nvPr/>
        </p:nvSpPr>
        <p:spPr>
          <a:xfrm>
            <a:off x="1493134" y="6007261"/>
            <a:ext cx="6812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By treating code as fully data, we get plenty of power</a:t>
            </a:r>
          </a:p>
        </p:txBody>
      </p:sp>
    </p:spTree>
    <p:extLst>
      <p:ext uri="{BB962C8B-B14F-4D97-AF65-F5344CB8AC3E}">
        <p14:creationId xmlns:p14="http://schemas.microsoft.com/office/powerpoint/2010/main" val="388816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81A2-33DA-93C0-E2AA-E0BC67E7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 and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F81F6-406D-293F-E68D-0CB229408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Oftentimes you need to take “code like” stuff out of code e.g.</a:t>
            </a:r>
          </a:p>
          <a:p>
            <a:pPr lvl="1"/>
            <a:r>
              <a:rPr lang="en-US" dirty="0"/>
              <a:t>The database you’re going to connect to</a:t>
            </a:r>
          </a:p>
          <a:p>
            <a:pPr lvl="1"/>
            <a:r>
              <a:rPr lang="en-US" dirty="0"/>
              <a:t>The path a particular bad guy moves in for your video game</a:t>
            </a:r>
          </a:p>
          <a:p>
            <a:r>
              <a:rPr lang="en-US" dirty="0"/>
              <a:t>It’s DATA but the problem is that this kind of data quickly becomes extremely complex (e.g. big nasty JSON blobs)</a:t>
            </a:r>
          </a:p>
          <a:p>
            <a:pPr lvl="1"/>
            <a:r>
              <a:rPr lang="en-US" dirty="0"/>
              <a:t>It has very minimal validation</a:t>
            </a:r>
          </a:p>
          <a:p>
            <a:pPr lvl="1"/>
            <a:r>
              <a:rPr lang="en-US" dirty="0"/>
              <a:t>Adding new features is immensely cumbersome</a:t>
            </a:r>
          </a:p>
          <a:p>
            <a:r>
              <a:rPr lang="en-US" dirty="0"/>
              <a:t>You can *make* it a language (these are often called DSLs – domain specific languages)</a:t>
            </a:r>
          </a:p>
          <a:p>
            <a:r>
              <a:rPr lang="en-US" dirty="0"/>
              <a:t>But usually the better move is to make the language code itself</a:t>
            </a:r>
          </a:p>
        </p:txBody>
      </p:sp>
    </p:spTree>
    <p:extLst>
      <p:ext uri="{BB962C8B-B14F-4D97-AF65-F5344CB8AC3E}">
        <p14:creationId xmlns:p14="http://schemas.microsoft.com/office/powerpoint/2010/main" val="153621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91AE-23FB-5493-22B9-7C44D7CD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175B0-AF86-E614-A3AB-E89C69A1F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DatabaseConfig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prodDbConfig</a:t>
            </a:r>
            <a:r>
              <a:rPr lang="en-US" dirty="0"/>
              <a:t> = new </a:t>
            </a:r>
            <a:r>
              <a:rPr lang="en-US" dirty="0" err="1"/>
              <a:t>DatabaseConfig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prodDBConfig.setServer</a:t>
            </a:r>
            <a:r>
              <a:rPr lang="en-US" dirty="0"/>
              <a:t>(“</a:t>
            </a:r>
            <a:r>
              <a:rPr lang="en-US" dirty="0" err="1"/>
              <a:t>NorthAmerica</a:t>
            </a:r>
            <a:r>
              <a:rPr lang="en-US" dirty="0"/>
              <a:t>”, “db.na-prod”)</a:t>
            </a:r>
          </a:p>
          <a:p>
            <a:pPr marL="0" indent="0">
              <a:buNone/>
            </a:pPr>
            <a:r>
              <a:rPr lang="en-US" dirty="0" err="1"/>
              <a:t>prodDBConfig.setServer</a:t>
            </a:r>
            <a:r>
              <a:rPr lang="en-US" dirty="0"/>
              <a:t>(“Asia”, “</a:t>
            </a:r>
            <a:r>
              <a:rPr lang="en-US" dirty="0" err="1"/>
              <a:t>db.a</a:t>
            </a:r>
            <a:r>
              <a:rPr lang="en-US" dirty="0"/>
              <a:t>-prod”)</a:t>
            </a:r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myConfig.dbMigrationFlag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prodDBConfig.setServer</a:t>
            </a:r>
            <a:r>
              <a:rPr lang="en-US" dirty="0"/>
              <a:t>(“</a:t>
            </a:r>
            <a:r>
              <a:rPr lang="en-US" dirty="0" err="1"/>
              <a:t>NorthAmerica</a:t>
            </a:r>
            <a:r>
              <a:rPr lang="en-US" dirty="0"/>
              <a:t>”, “db.na-prod2”)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00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0D40-B6DC-FA39-2E27-4C4EF76E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A6328-5D22-FEE8-18AB-7A8BF1658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this code runs at the same time as your regular code, you frequently lose the benefit of anticipating problems</a:t>
            </a:r>
          </a:p>
          <a:p>
            <a:r>
              <a:rPr lang="en-US" dirty="0"/>
              <a:t>It looks ugly</a:t>
            </a:r>
          </a:p>
        </p:txBody>
      </p:sp>
    </p:spTree>
    <p:extLst>
      <p:ext uri="{BB962C8B-B14F-4D97-AF65-F5344CB8AC3E}">
        <p14:creationId xmlns:p14="http://schemas.microsoft.com/office/powerpoint/2010/main" val="382249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D548-3E64-4CD6-BBE2-E8AB594A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379"/>
            <a:ext cx="10515600" cy="792343"/>
          </a:xfrm>
        </p:spPr>
        <p:txBody>
          <a:bodyPr/>
          <a:lstStyle/>
          <a:p>
            <a:r>
              <a:rPr lang="en-US" dirty="0"/>
              <a:t>Variable Capture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91CD8-05AB-4B2E-BD40-A2E3D48D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7468"/>
            <a:ext cx="10515600" cy="5602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(define-syntax </a:t>
            </a:r>
            <a:r>
              <a:rPr lang="en-US" sz="1600" dirty="0" err="1">
                <a:latin typeface="Consolas" panose="020B0609020204030204" pitchFamily="49" charset="0"/>
              </a:rPr>
              <a:t>badswap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(lambda (</a:t>
            </a:r>
            <a:r>
              <a:rPr lang="en-US" sz="1600" dirty="0" err="1">
                <a:latin typeface="Consolas" panose="020B0609020204030204" pitchFamily="49" charset="0"/>
              </a:rPr>
              <a:t>stx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(datum-&gt;syntax </a:t>
            </a:r>
            <a:r>
              <a:rPr lang="en-US" sz="1600" dirty="0" err="1">
                <a:latin typeface="Consolas" panose="020B0609020204030204" pitchFamily="49" charset="0"/>
              </a:rPr>
              <a:t>stx</a:t>
            </a:r>
            <a:r>
              <a:rPr lang="en-US" sz="1600" dirty="0">
                <a:latin typeface="Consolas" panose="020B0609020204030204" pitchFamily="49" charset="0"/>
              </a:rPr>
              <a:t> (let* ([</a:t>
            </a:r>
            <a:r>
              <a:rPr lang="en-US" sz="1600" dirty="0" err="1">
                <a:latin typeface="Consolas" panose="020B0609020204030204" pitchFamily="49" charset="0"/>
              </a:rPr>
              <a:t>orig</a:t>
            </a:r>
            <a:r>
              <a:rPr lang="en-US" sz="1600" dirty="0">
                <a:latin typeface="Consolas" panose="020B0609020204030204" pitchFamily="49" charset="0"/>
              </a:rPr>
              <a:t> (syntax-&gt;datum </a:t>
            </a:r>
            <a:r>
              <a:rPr lang="en-US" sz="1600" dirty="0" err="1">
                <a:latin typeface="Consolas" panose="020B0609020204030204" pitchFamily="49" charset="0"/>
              </a:rPr>
              <a:t>stx</a:t>
            </a:r>
            <a:r>
              <a:rPr lang="en-US" sz="1600" dirty="0">
                <a:latin typeface="Consolas" panose="020B0609020204030204" pitchFamily="49" charset="0"/>
              </a:rPr>
              <a:t>)]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    [v1 (</a:t>
            </a:r>
            <a:r>
              <a:rPr lang="en-US" sz="1600" dirty="0" err="1">
                <a:latin typeface="Consolas" panose="020B0609020204030204" pitchFamily="49" charset="0"/>
              </a:rPr>
              <a:t>cadr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orig</a:t>
            </a:r>
            <a:r>
              <a:rPr lang="en-US" sz="1600" dirty="0">
                <a:latin typeface="Consolas" panose="020B0609020204030204" pitchFamily="49" charset="0"/>
              </a:rPr>
              <a:t>)]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    [v2 (</a:t>
            </a:r>
            <a:r>
              <a:rPr lang="en-US" sz="1600" dirty="0" err="1">
                <a:latin typeface="Consolas" panose="020B0609020204030204" pitchFamily="49" charset="0"/>
              </a:rPr>
              <a:t>caddr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orig</a:t>
            </a:r>
            <a:r>
              <a:rPr lang="en-US" sz="1600" dirty="0">
                <a:latin typeface="Consolas" panose="020B0609020204030204" pitchFamily="49" charset="0"/>
              </a:rPr>
              <a:t>)])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(list 'let (list (list '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 v1))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     (list 'set! v1 v2)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     (list 'set! v2 '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))))))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(define a 1)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(define b 2)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badswap</a:t>
            </a:r>
            <a:r>
              <a:rPr lang="en-US" sz="1600" dirty="0">
                <a:latin typeface="Consolas" panose="020B0609020204030204" pitchFamily="49" charset="0"/>
              </a:rPr>
              <a:t> a b) ; works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(define q 3)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(define 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 99)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badswap</a:t>
            </a:r>
            <a:r>
              <a:rPr lang="en-US" sz="1600" dirty="0">
                <a:latin typeface="Consolas" panose="020B0609020204030204" pitchFamily="49" charset="0"/>
              </a:rPr>
              <a:t> q 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) ; variables are not swapped</a:t>
            </a:r>
          </a:p>
        </p:txBody>
      </p:sp>
    </p:spTree>
    <p:extLst>
      <p:ext uri="{BB962C8B-B14F-4D97-AF65-F5344CB8AC3E}">
        <p14:creationId xmlns:p14="http://schemas.microsoft.com/office/powerpoint/2010/main" val="360864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7412-F958-44E1-BD9C-13649DD4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Types of Variable Captures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B56F0-33E9-4916-97D2-8C007D15A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variable created by the macro “captures” some name that has meaning to the program that calls the macro and changes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local context in which the macro is called “captures” some free variable intended to be global context from where the macro was declared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(let ((set! '(1 2 3)))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(</a:t>
            </a:r>
            <a:r>
              <a:rPr lang="en-US" dirty="0" err="1">
                <a:latin typeface="Consolas" panose="020B0609020204030204" pitchFamily="49" charset="0"/>
              </a:rPr>
              <a:t>badswap</a:t>
            </a:r>
            <a:r>
              <a:rPr lang="en-US" dirty="0">
                <a:latin typeface="Consolas" panose="020B0609020204030204" pitchFamily="49" charset="0"/>
              </a:rPr>
              <a:t> a b))</a:t>
            </a:r>
          </a:p>
        </p:txBody>
      </p:sp>
    </p:spTree>
    <p:extLst>
      <p:ext uri="{BB962C8B-B14F-4D97-AF65-F5344CB8AC3E}">
        <p14:creationId xmlns:p14="http://schemas.microsoft.com/office/powerpoint/2010/main" val="1153656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BF837-4241-463D-9326-D6E299214759}"/>
              </a:ext>
            </a:extLst>
          </p:cNvPr>
          <p:cNvSpPr/>
          <p:nvPr/>
        </p:nvSpPr>
        <p:spPr>
          <a:xfrm>
            <a:off x="1103452" y="2246968"/>
            <a:ext cx="868872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</a:rPr>
              <a:t>(define-syntax (swap </a:t>
            </a:r>
            <a:r>
              <a:rPr lang="en-US" sz="3600" dirty="0" err="1">
                <a:latin typeface="Consolas" panose="020B0609020204030204" pitchFamily="49" charset="0"/>
              </a:rPr>
              <a:t>stx</a:t>
            </a:r>
            <a:r>
              <a:rPr lang="en-US" sz="3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(syntax-case </a:t>
            </a:r>
            <a:r>
              <a:rPr lang="en-US" sz="3600" dirty="0" err="1">
                <a:latin typeface="Consolas" panose="020B0609020204030204" pitchFamily="49" charset="0"/>
              </a:rPr>
              <a:t>stx</a:t>
            </a:r>
            <a:r>
              <a:rPr lang="en-US" sz="3600" dirty="0">
                <a:latin typeface="Consolas" panose="020B0609020204030204" pitchFamily="49" charset="0"/>
              </a:rPr>
              <a:t> ()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  [(swap x y)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   #'(let ([</a:t>
            </a:r>
            <a:r>
              <a:rPr lang="en-US" sz="3600" dirty="0" err="1">
                <a:latin typeface="Consolas" panose="020B0609020204030204" pitchFamily="49" charset="0"/>
              </a:rPr>
              <a:t>tmp</a:t>
            </a:r>
            <a:r>
              <a:rPr lang="en-US" sz="3600" dirty="0">
                <a:latin typeface="Consolas" panose="020B0609020204030204" pitchFamily="49" charset="0"/>
              </a:rPr>
              <a:t> x])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       (set! x y)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       (set! y </a:t>
            </a:r>
            <a:r>
              <a:rPr lang="en-US" sz="3600" dirty="0" err="1">
                <a:latin typeface="Consolas" panose="020B0609020204030204" pitchFamily="49" charset="0"/>
              </a:rPr>
              <a:t>tmp</a:t>
            </a:r>
            <a:r>
              <a:rPr lang="en-US" sz="3600" dirty="0">
                <a:latin typeface="Consolas" panose="020B0609020204030204" pitchFamily="49" charset="0"/>
              </a:rPr>
              <a:t>))]))</a:t>
            </a: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2CBE7812-8F67-4DD1-8FD8-4E2CC7EEBF31}"/>
              </a:ext>
            </a:extLst>
          </p:cNvPr>
          <p:cNvSpPr/>
          <p:nvPr/>
        </p:nvSpPr>
        <p:spPr>
          <a:xfrm>
            <a:off x="7812912" y="2409014"/>
            <a:ext cx="3368233" cy="1182032"/>
          </a:xfrm>
          <a:prstGeom prst="borderCallout1">
            <a:avLst>
              <a:gd name="adj1" fmla="val 39314"/>
              <a:gd name="adj2" fmla="val 1289"/>
              <a:gd name="adj3" fmla="val 109562"/>
              <a:gd name="adj4" fmla="val -10465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 and Y and syntax objects with their own namespace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0EDBC9F2-1F3E-49FD-9D40-D288ACD7D710}"/>
              </a:ext>
            </a:extLst>
          </p:cNvPr>
          <p:cNvSpPr/>
          <p:nvPr/>
        </p:nvSpPr>
        <p:spPr>
          <a:xfrm>
            <a:off x="8254679" y="4940830"/>
            <a:ext cx="3368233" cy="1182032"/>
          </a:xfrm>
          <a:prstGeom prst="borderCallout1">
            <a:avLst>
              <a:gd name="adj1" fmla="val 39314"/>
              <a:gd name="adj2" fmla="val 1289"/>
              <a:gd name="adj3" fmla="val -37321"/>
              <a:gd name="adj4" fmla="val -885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variable created here has a different namespace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C72843B-AC5B-4040-AADB-33CBDB09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Mostly solved by racket syntax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D043020A-8D56-45B2-A8A3-4036875AD7E0}"/>
              </a:ext>
            </a:extLst>
          </p:cNvPr>
          <p:cNvSpPr/>
          <p:nvPr/>
        </p:nvSpPr>
        <p:spPr>
          <a:xfrm>
            <a:off x="1103452" y="5683822"/>
            <a:ext cx="3368233" cy="1182032"/>
          </a:xfrm>
          <a:prstGeom prst="borderCallout1">
            <a:avLst>
              <a:gd name="adj1" fmla="val -1401"/>
              <a:gd name="adj2" fmla="val 40225"/>
              <a:gd name="adj3" fmla="val -22053"/>
              <a:gd name="adj4" fmla="val 758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Variables referenced within the macro use the macro’s </a:t>
            </a:r>
            <a:r>
              <a:rPr lang="en-US" dirty="0" err="1"/>
              <a:t>namspace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27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C56F-C6DC-44C4-BF01-68F0F145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we want to capture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10AC-A57A-435D-B74E-F6F5353DE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132" y="1825625"/>
            <a:ext cx="120297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(define-syntax print-x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(lambda (</a:t>
            </a:r>
            <a:r>
              <a:rPr lang="en-US" sz="2400" dirty="0" err="1">
                <a:latin typeface="Consolas" panose="020B0609020204030204" pitchFamily="49" charset="0"/>
              </a:rPr>
              <a:t>stx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(syntax-case </a:t>
            </a:r>
            <a:r>
              <a:rPr lang="en-US" sz="2400" dirty="0" err="1">
                <a:latin typeface="Consolas" panose="020B0609020204030204" pitchFamily="49" charset="0"/>
              </a:rPr>
              <a:t>stx</a:t>
            </a:r>
            <a:r>
              <a:rPr lang="en-US" sz="2400" dirty="0">
                <a:latin typeface="Consolas" panose="020B0609020204030204" pitchFamily="49" charset="0"/>
              </a:rPr>
              <a:t> ()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[(print-x) (with-syntax ([x-in-context (datum-&gt;syntax </a:t>
            </a:r>
            <a:r>
              <a:rPr lang="en-US" sz="2400" dirty="0" err="1">
                <a:latin typeface="Consolas" panose="020B0609020204030204" pitchFamily="49" charset="0"/>
              </a:rPr>
              <a:t>stx</a:t>
            </a:r>
            <a:r>
              <a:rPr lang="en-US" sz="2400" dirty="0">
                <a:latin typeface="Consolas" panose="020B0609020204030204" pitchFamily="49" charset="0"/>
              </a:rPr>
              <a:t> 'x)])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                   #'(</a:t>
            </a:r>
            <a:r>
              <a:rPr lang="en-US" sz="2400" dirty="0" err="1">
                <a:latin typeface="Consolas" panose="020B0609020204030204" pitchFamily="49" charset="0"/>
              </a:rPr>
              <a:t>printf</a:t>
            </a:r>
            <a:r>
              <a:rPr lang="en-US" sz="2400" dirty="0">
                <a:latin typeface="Consolas" panose="020B0609020204030204" pitchFamily="49" charset="0"/>
              </a:rPr>
              <a:t> "x is ~</a:t>
            </a:r>
            <a:r>
              <a:rPr lang="en-US" sz="2400" dirty="0" err="1">
                <a:latin typeface="Consolas" panose="020B0609020204030204" pitchFamily="49" charset="0"/>
              </a:rPr>
              <a:t>s~n</a:t>
            </a:r>
            <a:r>
              <a:rPr lang="en-US" sz="2400" dirty="0">
                <a:latin typeface="Consolas" panose="020B0609020204030204" pitchFamily="49" charset="0"/>
              </a:rPr>
              <a:t>" x-in-context))])))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(let ((x 3)) (print-x))</a:t>
            </a:r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F4FC7380-7478-4DA7-8374-D304C7120702}"/>
              </a:ext>
            </a:extLst>
          </p:cNvPr>
          <p:cNvSpPr/>
          <p:nvPr/>
        </p:nvSpPr>
        <p:spPr>
          <a:xfrm>
            <a:off x="8311676" y="1234609"/>
            <a:ext cx="3368233" cy="1182032"/>
          </a:xfrm>
          <a:prstGeom prst="borderCallout1">
            <a:avLst>
              <a:gd name="adj1" fmla="val 101603"/>
              <a:gd name="adj2" fmla="val 88726"/>
              <a:gd name="adj3" fmla="val 169841"/>
              <a:gd name="adj4" fmla="val 8185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Put in the namespace of the transformed code, not the generated code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FC433F22-5895-475A-A36A-78C5CE827612}"/>
              </a:ext>
            </a:extLst>
          </p:cNvPr>
          <p:cNvSpPr/>
          <p:nvPr/>
        </p:nvSpPr>
        <p:spPr>
          <a:xfrm>
            <a:off x="6627558" y="4772760"/>
            <a:ext cx="4209317" cy="850631"/>
          </a:xfrm>
          <a:prstGeom prst="borderCallout1">
            <a:avLst>
              <a:gd name="adj1" fmla="val 201"/>
              <a:gd name="adj2" fmla="val 21957"/>
              <a:gd name="adj3" fmla="val -86522"/>
              <a:gd name="adj4" fmla="val -4464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values not specially constructed however, are still safe from capture</a:t>
            </a:r>
          </a:p>
        </p:txBody>
      </p:sp>
    </p:spTree>
    <p:extLst>
      <p:ext uri="{BB962C8B-B14F-4D97-AF65-F5344CB8AC3E}">
        <p14:creationId xmlns:p14="http://schemas.microsoft.com/office/powerpoint/2010/main" val="401414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2B88-2902-4412-BBDD-876C3337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if-it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8535B-BBC3-4547-8508-DF51D5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4368"/>
            <a:ext cx="11709070" cy="4351338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Sometimes we want to use the value of an if test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latin typeface="Consolas" panose="020B0609020204030204" pitchFamily="49" charset="0"/>
              </a:rPr>
              <a:t>(if (do-big-calculation 100) (+ 1 (do-big-calculation 100)) #failed)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What if we had a variant of if that bound the test to a variable “it”.  The equivalent of: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latin typeface="Consolas" panose="020B0609020204030204" pitchFamily="49" charset="0"/>
              </a:rPr>
              <a:t>(let ((it (do-big-calculation 100)) (if it (+ 1 it) #failed))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But without having to explicitly do the let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latin typeface="Consolas" panose="020B0609020204030204" pitchFamily="49" charset="0"/>
              </a:rPr>
              <a:t>(if (do-big-calculation 100) (+ 1 it) #failed)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Hint: You’ll want to define it similar to the way we did x in the example.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595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C9B3-6B91-4C04-80E7-363D1288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Expansion occurs before execution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1C50D-AB49-4C64-A716-9209DB3BA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24" y="1377236"/>
            <a:ext cx="9459645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44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19BB13-A936-43C0-85CF-769A14FF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21" y="961281"/>
            <a:ext cx="11561118" cy="43205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90188E-1D69-422C-B99C-8B8346F07A4E}"/>
              </a:ext>
            </a:extLst>
          </p:cNvPr>
          <p:cNvSpPr/>
          <p:nvPr/>
        </p:nvSpPr>
        <p:spPr>
          <a:xfrm>
            <a:off x="433137" y="782053"/>
            <a:ext cx="3705726" cy="637673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6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E1C7-0058-4B58-A7C6-80DF0CD0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3" y="365125"/>
            <a:ext cx="11514221" cy="1325563"/>
          </a:xfrm>
        </p:spPr>
        <p:txBody>
          <a:bodyPr/>
          <a:lstStyle/>
          <a:p>
            <a:r>
              <a:rPr lang="en-US" dirty="0"/>
              <a:t>Some things are best computed at expansion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1D971-5697-41BF-9D99-632D8CC3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16" y="1825625"/>
            <a:ext cx="11718758" cy="4667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dirty="0"/>
              <a:t>Consider a situation is which we want to have a bunch of numbers corresponding to different types or states or whatever.  Vanilla might be 1 Chocolate might be 2, etc.  The key here is each unique thing must have a unique number, but we don’t care what the number is.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We could have a global list and function (get-key ‘vanilla) that will return the key for vanilla (and add it to the list and give it an unused number if it needs to).  But this can be </a:t>
            </a:r>
            <a:r>
              <a:rPr lang="en-US" sz="3400" dirty="0" err="1"/>
              <a:t>kinda</a:t>
            </a:r>
            <a:r>
              <a:rPr lang="en-US" sz="3400" dirty="0"/>
              <a:t> inefficient: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(define has-null-keys?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(lambda (</a:t>
            </a:r>
            <a:r>
              <a:rPr lang="en-US" dirty="0" err="1">
                <a:latin typeface="Consolas" panose="020B0609020204030204" pitchFamily="49" charset="0"/>
              </a:rPr>
              <a:t>lst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(if (null? </a:t>
            </a:r>
            <a:r>
              <a:rPr lang="en-US" dirty="0" err="1">
                <a:latin typeface="Consolas" panose="020B0609020204030204" pitchFamily="49" charset="0"/>
              </a:rPr>
              <a:t>lst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#f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(or (= (get-key ‘null) (car </a:t>
            </a:r>
            <a:r>
              <a:rPr lang="en-US" dirty="0" err="1">
                <a:latin typeface="Consolas" panose="020B0609020204030204" pitchFamily="49" charset="0"/>
              </a:rPr>
              <a:t>lst</a:t>
            </a:r>
            <a:r>
              <a:rPr lang="en-US" dirty="0"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   (has-null-keys? (</a:t>
            </a:r>
            <a:r>
              <a:rPr lang="en-US" dirty="0" err="1">
                <a:latin typeface="Consolas" panose="020B0609020204030204" pitchFamily="49" charset="0"/>
              </a:rPr>
              <a:t>cdr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lst</a:t>
            </a:r>
            <a:r>
              <a:rPr lang="en-US" dirty="0">
                <a:latin typeface="Consolas" panose="020B0609020204030204" pitchFamily="49" charset="0"/>
              </a:rPr>
              <a:t>))))))</a:t>
            </a:r>
          </a:p>
        </p:txBody>
      </p:sp>
    </p:spTree>
    <p:extLst>
      <p:ext uri="{BB962C8B-B14F-4D97-AF65-F5344CB8AC3E}">
        <p14:creationId xmlns:p14="http://schemas.microsoft.com/office/powerpoint/2010/main" val="3750659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8291-405D-46BB-9414-DC91E46B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Log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1B81A-4274-412A-AB4E-2AFA9240D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code that logs errors its common to have the idea of a “log level” which is a global setting.</a:t>
            </a:r>
          </a:p>
          <a:p>
            <a:pPr marL="0" indent="0">
              <a:buNone/>
            </a:pPr>
            <a:r>
              <a:rPr lang="en-US" dirty="0"/>
              <a:t>(log 2 “handling incoming data ~s” data)</a:t>
            </a:r>
          </a:p>
          <a:p>
            <a:pPr marL="0" indent="0">
              <a:buNone/>
            </a:pPr>
            <a:r>
              <a:rPr lang="en-US" dirty="0"/>
              <a:t>If the log level is set to 2 or higher this line will print.  Otherwise not.  In this code 2 is always an explicit number, never a variable or expression.</a:t>
            </a:r>
          </a:p>
          <a:p>
            <a:pPr marL="0" indent="0">
              <a:buNone/>
            </a:pPr>
            <a:r>
              <a:rPr lang="en-US" dirty="0"/>
              <a:t>BUT we’d like this to happen through macros so that we don’t pay any overhead for unused log calls.  So log will be a macro that expands to (void) if the log level is not high enough and to (</a:t>
            </a:r>
            <a:r>
              <a:rPr lang="en-US" dirty="0" err="1"/>
              <a:t>printf</a:t>
            </a:r>
            <a:r>
              <a:rPr lang="en-US" dirty="0"/>
              <a:t> all params except log level) if it is high enough.</a:t>
            </a:r>
          </a:p>
        </p:txBody>
      </p:sp>
    </p:spTree>
    <p:extLst>
      <p:ext uri="{BB962C8B-B14F-4D97-AF65-F5344CB8AC3E}">
        <p14:creationId xmlns:p14="http://schemas.microsoft.com/office/powerpoint/2010/main" val="1673073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CE426D428CEF499B332ADC3ADB3636" ma:contentTypeVersion="15" ma:contentTypeDescription="Create a new document." ma:contentTypeScope="" ma:versionID="33e6dfaf1a47dca333a7629626a3e18d">
  <xsd:schema xmlns:xsd="http://www.w3.org/2001/XMLSchema" xmlns:xs="http://www.w3.org/2001/XMLSchema" xmlns:p="http://schemas.microsoft.com/office/2006/metadata/properties" xmlns:ns3="5f5b6d61-0e5f-41fd-8596-a1256f5a83b0" xmlns:ns4="f0b9717a-2b57-40f9-a089-7ad30d640f15" targetNamespace="http://schemas.microsoft.com/office/2006/metadata/properties" ma:root="true" ma:fieldsID="9fc19125a57afee62d33e895960898df" ns3:_="" ns4:_="">
    <xsd:import namespace="5f5b6d61-0e5f-41fd-8596-a1256f5a83b0"/>
    <xsd:import namespace="f0b9717a-2b57-40f9-a089-7ad30d640f1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5b6d61-0e5f-41fd-8596-a1256f5a83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b9717a-2b57-40f9-a089-7ad30d640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5b6d61-0e5f-41fd-8596-a1256f5a83b0" xsi:nil="true"/>
  </documentManagement>
</p:properties>
</file>

<file path=customXml/itemProps1.xml><?xml version="1.0" encoding="utf-8"?>
<ds:datastoreItem xmlns:ds="http://schemas.openxmlformats.org/officeDocument/2006/customXml" ds:itemID="{E4B1A154-5096-4F87-8B15-AA00FED778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5b6d61-0e5f-41fd-8596-a1256f5a83b0"/>
    <ds:schemaRef ds:uri="f0b9717a-2b57-40f9-a089-7ad30d640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3C1880-AA5B-4CD9-A675-31266D1AC9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741AA0-9B3C-4459-9F97-862626D74B5F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5f5b6d61-0e5f-41fd-8596-a1256f5a83b0"/>
    <ds:schemaRef ds:uri="http://purl.org/dc/elements/1.1/"/>
    <ds:schemaRef ds:uri="f0b9717a-2b57-40f9-a089-7ad30d640f1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1033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Macros 3</vt:lpstr>
      <vt:lpstr>Two major topics today</vt:lpstr>
      <vt:lpstr>Macro templates are good but have limits</vt:lpstr>
      <vt:lpstr>Languages and Transformations</vt:lpstr>
      <vt:lpstr>PowerPoint Presentation</vt:lpstr>
      <vt:lpstr>The problems</vt:lpstr>
      <vt:lpstr>Variable Capture Problems</vt:lpstr>
      <vt:lpstr>2 Types of Variable Captures Problems</vt:lpstr>
      <vt:lpstr>Mostly solved by racket syntax</vt:lpstr>
      <vt:lpstr>Sometimes we want to capture</vt:lpstr>
      <vt:lpstr>Activity if-it</vt:lpstr>
      <vt:lpstr>Macro Expansion occurs before execution</vt:lpstr>
      <vt:lpstr>PowerPoint Presentation</vt:lpstr>
      <vt:lpstr>Some things are best computed at expansion time</vt:lpstr>
      <vt:lpstr>Activity: Log Level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Macros 2</dc:title>
  <dc:creator>Hewner, Mike</dc:creator>
  <cp:lastModifiedBy>Hewner, Mike</cp:lastModifiedBy>
  <cp:revision>11</cp:revision>
  <dcterms:created xsi:type="dcterms:W3CDTF">2023-06-12T20:58:26Z</dcterms:created>
  <dcterms:modified xsi:type="dcterms:W3CDTF">2025-10-14T13:53:06Z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0x01010059CE426D428CEF499B332ADC3ADB3636</vt:lpwstr>
  </property>
</Properties>
</file>